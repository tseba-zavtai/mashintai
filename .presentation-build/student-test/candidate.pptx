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3ca582d1a24f17" /><Relationship Type="http://schemas.openxmlformats.org/officeDocument/2006/relationships/extended-properties" Target="/docProps/app.xml" Id="Ref509986de1a4340" /><Relationship Type="http://schemas.openxmlformats.org/officeDocument/2006/relationships/officeDocument" Target="/ppt/presentation.xml" Id="R9d0576353af848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6c6db18ce644f7"/>
  </p:sldMasterIdLst>
  <p:notesMasterIdLst>
    <p:notesMasterId xmlns:r="http://schemas.openxmlformats.org/officeDocument/2006/relationships" r:id="Rcc69266120864ebc"/>
  </p:notesMasterIdLst>
  <p:sldIdLst>
    <p:sldId xmlns:r="http://schemas.openxmlformats.org/officeDocument/2006/relationships" id="256" r:id="R92c579a41ab849a0"/>
    <p:sldId xmlns:r="http://schemas.openxmlformats.org/officeDocument/2006/relationships" id="257" r:id="R681aa1793d944451"/>
    <p:sldId xmlns:r="http://schemas.openxmlformats.org/officeDocument/2006/relationships" id="258" r:id="R6636962729a6497f"/>
    <p:sldId xmlns:r="http://schemas.openxmlformats.org/officeDocument/2006/relationships" id="259" r:id="R3f19049f99b14872"/>
    <p:sldId xmlns:r="http://schemas.openxmlformats.org/officeDocument/2006/relationships" id="260" r:id="R3c806ecb70d048ea"/>
    <p:sldId xmlns:r="http://schemas.openxmlformats.org/officeDocument/2006/relationships" id="261" r:id="R82b36883417e47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b3411665a94b1f" /><Relationship Type="http://schemas.openxmlformats.org/officeDocument/2006/relationships/slideMaster" Target="/ppt/slideMasters/slideMaster1.xml" Id="R9b6c6db18ce644f7" /><Relationship Type="http://schemas.openxmlformats.org/officeDocument/2006/relationships/notesMaster" Target="/ppt/notesMasters/notesMaster1.xml" Id="Rcc69266120864ebc" /><Relationship Type="http://schemas.openxmlformats.org/officeDocument/2006/relationships/presProps" Target="/ppt/presProps.xml" Id="R2cbceabf73624178" /><Relationship Type="http://schemas.openxmlformats.org/officeDocument/2006/relationships/tableStyles" Target="/ppt/tableStyles.xml" Id="Rf8513441e4c942f5" /><Relationship Type="http://schemas.openxmlformats.org/officeDocument/2006/relationships/slide" Target="/ppt/slides/slide1.xml" Id="R92c579a41ab849a0" /><Relationship Type="http://schemas.openxmlformats.org/officeDocument/2006/relationships/slide" Target="/ppt/slides/slide2.xml" Id="R681aa1793d944451" /><Relationship Type="http://schemas.openxmlformats.org/officeDocument/2006/relationships/slide" Target="/ppt/slides/slide3.xml" Id="R6636962729a6497f" /><Relationship Type="http://schemas.openxmlformats.org/officeDocument/2006/relationships/slide" Target="/ppt/slides/slide4.xml" Id="R3f19049f99b14872" /><Relationship Type="http://schemas.openxmlformats.org/officeDocument/2006/relationships/slide" Target="/ppt/slides/slide5.xml" Id="R3c806ecb70d048ea" /><Relationship Type="http://schemas.openxmlformats.org/officeDocument/2006/relationships/slide" Target="/ppt/slides/slide6.xml" Id="R82b36883417e47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276ec68b554e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6cbef357c54deb" /><Relationship Type="http://schemas.openxmlformats.org/officeDocument/2006/relationships/notesMaster" Target="/ppt/notesMasters/notesMaster1.xml" Id="R1f024492747e4d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b57db3c60e4424" /><Relationship Type="http://schemas.openxmlformats.org/officeDocument/2006/relationships/notesMaster" Target="/ppt/notesMasters/notesMaster1.xml" Id="R13cdc716646245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fcc5d7c3c54b3f" /><Relationship Type="http://schemas.openxmlformats.org/officeDocument/2006/relationships/notesMaster" Target="/ppt/notesMasters/notesMaster1.xml" Id="R56d9058bab7645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42a0da953045f9" /><Relationship Type="http://schemas.openxmlformats.org/officeDocument/2006/relationships/notesMaster" Target="/ppt/notesMasters/notesMaster1.xml" Id="R6313c84adfa94b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09bdefc7f7498b" /><Relationship Type="http://schemas.openxmlformats.org/officeDocument/2006/relationships/notesMaster" Target="/ppt/notesMasters/notesMaster1.xml" Id="Rf713305a576845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e97a23a24f4be0" /><Relationship Type="http://schemas.openxmlformats.org/officeDocument/2006/relationships/notesMaster" Target="/ppt/notesMasters/notesMaster1.xml" Id="R6d81701641424f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Аппын зураг: хэрэглэгчийн өгсөн StorePoster/iOS 2.png. Зураг нь өмнөх хувилбарын дэлгэц тул шинэ хувилбарт зарим харагдац өөр байж болно.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Аппын зураг: хэрэглэгчийн өгсөн StorePoster/iOS 7.png. Зураг нь өмнөх хувилбарын дэлгэц тул шинэ хувилбарт зарим харагдац өөр байж болно.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Аппын зураг: хэрэглэгчийн өгсөн StorePoster/iOS 3.png. Зураг нь өмнөх хувилбарын дэлгэц тул шинэ хувилбарт зарим харагдац өөр байж болно.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Аппын зураг: хэрэглэгчийн өгсөн StorePoster/iOS 5.png. Зураг нь өмнөх хувилбарын дэлгэц тул шинэ хувилбарт зарим харагдац өөр байж болно.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65aede04aa4c3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563d4fd6dc49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887505e4441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c805d3c77342e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3ce5545ba245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787841b2714a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C9EF1AA-A19F-4F2E-AFFD-138C217AC6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8CD21F4-AAE9-4703-8D6A-F23F0CE57D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B0DA373-37D2-40D3-B02C-5D228D9C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04D11B-5DA8-4B6F-AD71-D4C560E61E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E74A86E-C1E3-4743-BEB1-4C882F29C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49C391A-62F5-4992-82B6-A69ED2E1A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47E7FC-6B18-418F-8D3E-992DBC2088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A9DDE8D-9E1B-42EC-8088-DC16DEB99E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9E1337-0FAB-421D-81F4-55F92EAAB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CAABAB-7D94-4CEB-AB6F-C7AE426A10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1796d670d24c61" /><Relationship Type="http://schemas.openxmlformats.org/officeDocument/2006/relationships/slideLayout" Target="/ppt/slideLayouts/slideLayout1.xml" Id="R426b7855c2de41a6" /><Relationship Type="http://schemas.openxmlformats.org/officeDocument/2006/relationships/slideLayout" Target="/ppt/slideLayouts/slideLayout2.xml" Id="Ra7800240f5eb418b" /><Relationship Type="http://schemas.openxmlformats.org/officeDocument/2006/relationships/slideLayout" Target="/ppt/slideLayouts/slideLayout3.xml" Id="Rdcd1fc1e2ba14f13" /><Relationship Type="http://schemas.openxmlformats.org/officeDocument/2006/relationships/slideLayout" Target="/ppt/slideLayouts/slideLayout4.xml" Id="R87419f0974b744ab" /><Relationship Type="http://schemas.openxmlformats.org/officeDocument/2006/relationships/slideLayout" Target="/ppt/slideLayouts/slideLayout5.xml" Id="R00d506f8e57f477b" /><Relationship Type="http://schemas.openxmlformats.org/officeDocument/2006/relationships/slideLayout" Target="/ppt/slideLayouts/slideLayout6.xml" Id="Rfb65ec56c15445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6b7855c2de41a6"/>
    <p:sldLayoutId xmlns:r="http://schemas.openxmlformats.org/officeDocument/2006/relationships" id="2147483650" r:id="Ra7800240f5eb418b"/>
    <p:sldLayoutId xmlns:r="http://schemas.openxmlformats.org/officeDocument/2006/relationships" id="2147483651" r:id="Rdcd1fc1e2ba14f13"/>
    <p:sldLayoutId xmlns:r="http://schemas.openxmlformats.org/officeDocument/2006/relationships" id="2147483652" r:id="R87419f0974b744ab"/>
    <p:sldLayoutId xmlns:r="http://schemas.openxmlformats.org/officeDocument/2006/relationships" id="2147483653" r:id="R00d506f8e57f477b"/>
    <p:sldLayoutId xmlns:r="http://schemas.openxmlformats.org/officeDocument/2006/relationships" id="2147483654" r:id="Rfb65ec56c15445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0dd8964f374ba8" /><Relationship Type="http://schemas.openxmlformats.org/officeDocument/2006/relationships/image" Target="/ppt/media/image.png" Id="R2f511fd993464678" /><Relationship Type="http://schemas.openxmlformats.org/officeDocument/2006/relationships/notesSlide" Target="/ppt/notesSlides/notesSlide1.xml" Id="Ra490e45d8c7046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698e1801ad484e" /><Relationship Type="http://schemas.openxmlformats.org/officeDocument/2006/relationships/notesSlide" Target="/ppt/notesSlides/notesSlide2.xml" Id="R4d35707c57c946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133bf9b840417b" /><Relationship Type="http://schemas.openxmlformats.org/officeDocument/2006/relationships/image" Target="/ppt/media/image2.png" Id="Rfaca07be70c64041" /><Relationship Type="http://schemas.openxmlformats.org/officeDocument/2006/relationships/notesSlide" Target="/ppt/notesSlides/notesSlide3.xml" Id="R8b96fcd340184d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0bf8c2eca4890" /><Relationship Type="http://schemas.openxmlformats.org/officeDocument/2006/relationships/image" Target="/ppt/media/image3.png" Id="Re1be276fdf0d46ef" /><Relationship Type="http://schemas.openxmlformats.org/officeDocument/2006/relationships/notesSlide" Target="/ppt/notesSlides/notesSlide4.xml" Id="R43cce014bdd743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3caceb776d41d0" /><Relationship Type="http://schemas.openxmlformats.org/officeDocument/2006/relationships/image" Target="/ppt/media/image4.png" Id="Rb1f14b0a2b804fca" /><Relationship Type="http://schemas.openxmlformats.org/officeDocument/2006/relationships/notesSlide" Target="/ppt/notesSlides/notesSlide5.xml" Id="R05170092e2d149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a05ec0a2ba410f" /><Relationship Type="http://schemas.openxmlformats.org/officeDocument/2006/relationships/notesSlide" Target="/ppt/notesSlides/notesSlide6.xml" Id="Rb44c833d30c843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7409B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E3E8D-419B-47C8-A09F-4BCA9640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4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4F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4F0"/>
                </a:solidFill>
                <a:latin typeface="Arial"/>
                <a:ea typeface="Arial"/>
                <a:cs typeface="Arial"/>
              </a:rPr>
              <a:t>Tureesly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D0A0F-BA9F-4198-A8AB-9E0A4853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7239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200" b="1">
                <a:solidFill>
                  <a:srgbClr val="FFF4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4F0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4F0"/>
                </a:solidFill>
                <a:latin typeface="Arial"/>
                <a:ea typeface="Arial"/>
                <a:cs typeface="Arial"/>
              </a:rPr>
              <a:t>Оюутнуудад зориулсан</a:t>
            </a:r>
          </a:p>
          <a:p xmlns:a="http://schemas.openxmlformats.org/drawingml/2006/main">
            <a:pPr>
              <a:defRPr sz="4200" b="1">
                <a:solidFill>
                  <a:srgbClr val="FFF4F0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4F0"/>
                </a:solidFill>
                <a:latin typeface="Arial"/>
                <a:ea typeface="Arial"/>
                <a:cs typeface="Arial"/>
              </a:rPr>
              <a:t>аппын туршилт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0EEF52-52BA-4E7E-8720-47E5CF40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709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FF4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FFF4F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4F0"/>
                </a:solidFill>
                <a:latin typeface="Arial"/>
                <a:ea typeface="Arial"/>
                <a:cs typeface="Arial"/>
              </a:rPr>
              <a:t>Хэрэгтэй зүйлээ түрээслэх,</a:t>
            </a:r>
          </a:p>
          <a:p xmlns:a="http://schemas.openxmlformats.org/drawingml/2006/main">
            <a:pPr>
              <a:defRPr sz="2325" b="0">
                <a:solidFill>
                  <a:srgbClr val="FFF4F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4F0"/>
                </a:solidFill>
                <a:latin typeface="Arial"/>
                <a:ea typeface="Arial"/>
                <a:cs typeface="Arial"/>
              </a:rPr>
              <a:t>өөрийн зүйлээ түрээслүүлэх зарын апп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853CF-1A92-4757-930D-3B0ACF17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9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4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FF4F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4F0"/>
                </a:solidFill>
                <a:latin typeface="Arial"/>
                <a:ea typeface="Arial"/>
                <a:cs typeface="Arial"/>
              </a:rPr>
              <a:t>Туршилтад нэгдэхээр имэйлээ илгээсэн танд баярлалаа.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593D3-8257-44F5-8C70-CC88723E94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11fd993464678"/>
          <a:stretch xmlns:a="http://schemas.openxmlformats.org/drawingml/2006/main"/>
        </p:blipFill>
        <p:spPr>
          <a:xfrm xmlns:a="http://schemas.openxmlformats.org/drawingml/2006/main">
            <a:off x="8869092" y="1581150"/>
            <a:ext cx="2245267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18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C29F97-6BE7-40BF-AD68-8630062D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Суулгах заавар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E3AF1-6CF6-47FF-8067-73A9AC35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B7963-8295-492B-921C-68B91656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954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Имэйл дэх холбоос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DAC0D-735D-42BB-8784-E776203D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90750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Өөрийн утсанд тохирох Android эсвэл iOS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суулгах холбоосыг нээнэ.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FB85E-869B-400A-85F5-71B90BB5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B8633-B4D0-46DA-828E-61D4B253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766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Туршилтад бүртгүүлсэн хаяг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AD0DC1-0ADA-42D0-B458-4FEEA3D0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71900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Урилга хүлээн авсан имэйл хаягаа ашиглана.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iPhone дээр TestFlight-ийн зааврыг дагана.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78361-42EE-46A0-AEBC-9F9B98AE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4294CA-426A-4BA9-A7F5-39718875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577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Суулгалтад асуудал гарвал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C8BD4A-6B8F-4D37-87E5-73106F02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53050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Гарсан мэдэгдлийн зураг болон утасныхаа загварыг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энэ имэйлд хариу болгон явуулна.</a:t>
            </a:r>
          </a:p>
        </p:txBody>
      </p:sp>
    </p:spTree>
    <p:extLst>
      <p:ext uri="{BB962C8B-B14F-4D97-AF65-F5344CB8AC3E}">
        <p14:creationId xmlns:p14="http://schemas.microsoft.com/office/powerpoint/2010/main" val="7172917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77B5B-6D8A-4760-AF9C-2DBA5255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Бүртгэл ба нэвтрэлт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66D40-3150-4D4E-87AC-DF8F686B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E685E-0650-424C-ACB4-FA8D9D05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3830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DAN-аар бүртгүүлэх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A7BB5-64C6-42E7-9AA8-0D243D49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33600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Аппын зааврын дагуу мэдээллээ баталгаажуулна.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207C3-0D39-4CD1-9EE4-45EC1584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E220C-E421-4926-80C6-90647F2F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8610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Бүртгэлээ дуусгах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1766E-E7AC-4D42-B4F5-809BA83A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81400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Үйлчилгээний нөхцөлтэй танилцаж зөвшөөрөөд,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утасны дугаар болон нууц үгээ хадгална.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0C606-DEA7-44D9-BEAC-066A5AAA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C737F-40B8-43CB-AC0F-87B0D27C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9105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Дахин нэвтрэх туршилт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8F319-8233-43C8-9F49-A358B79F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86350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Гараад, хадгалсан утасны дугаар болон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нууц үгээрээ дахин нэвтэрч үзнэ.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A2EF8-904F-4609-8465-B18812444B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a07be70c64041"/>
          <a:stretch xmlns:a="http://schemas.openxmlformats.org/drawingml/2006/main"/>
        </p:blipFill>
        <p:spPr>
          <a:xfrm xmlns:a="http://schemas.openxmlformats.org/drawingml/2006/main">
            <a:off x="8869092" y="1581150"/>
            <a:ext cx="2245267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6915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D4A25-294A-4928-A870-7E783534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Хэрэгтэй зүйлээ хайх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714C6-4BE7-4EA9-93AC-6806B6B3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19C04-2C02-42FE-AC5B-8BBF2DC4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Хайлт ба ангилал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473EA-79BC-430E-855F-9CA36AF1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71700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Камер, дугуй, майхан зэрэг өөрт хэрэгтэй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зүйлээ хайж, ангиллаар шүүнэ.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9027C-7234-4FC3-A5D1-B18E9AB2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8E8329-0F37-4764-8DB8-FFBCE2F5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09925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Ойролцоох зар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5D9B3-7FA5-41B1-B92A-0D43BC22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05225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Байршлын хэсгээр өөрт ойр байгаа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түрээсийн заруудыг үзнэ.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42185-054A-468A-8764-946C0491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434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EEBE3-5426-44EC-927F-03F67C10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4345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Зарын дэлгэрэнгүй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E175B-6D72-4AD0-9161-0A01B6F4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238750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Үнэ, зураг, тайлбарыг шалгаад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сонирхсон зараа хадгалж үзнэ.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3BF42B-47AC-4A8D-9892-009A8FE8D2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e276fdf0d46ef"/>
          <a:stretch xmlns:a="http://schemas.openxmlformats.org/drawingml/2006/main"/>
        </p:blipFill>
        <p:spPr>
          <a:xfrm xmlns:a="http://schemas.openxmlformats.org/drawingml/2006/main">
            <a:off x="8869092" y="1581150"/>
            <a:ext cx="2245267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308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7FC5AE-6C2B-430B-8068-A41F408C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Өөрийн зарын туршилт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C68E5-7CBA-4E8C-AF01-30FB75A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650C4-1653-4B9F-9CB5-33016831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Зар оруулах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9A631-9771-445A-B877-7D613ABD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Өөрийн бодит эд зүйлийн зураг, тайлбар,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түрээсийн үнэ болон мэдээллийг оруулна.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9AE2D-18C4-4EED-BCAD-F8F73EB3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3372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337EB-3D82-4632-B743-BB5980C6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33725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Миний зарууд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CE462-37DE-4417-9C5B-E79FB569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29025"/>
            <a:ext cx="714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Зараа харах, түр идэвхгүй болгох,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дахин идэвхжүүлэх үйлдлийг туршина.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635229-2C39-40D7-BD62-258946D1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72025"/>
            <a:ext cx="695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Төлбөртэй үйлдэл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8075A-CEF7-418E-ABF2-F4AFAE77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238750"/>
            <a:ext cx="69532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Зарын эрх, Pump, Sponsored нь төлбөртэй.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Туршилтад оролцохын тулд бодит төлбөр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хийх шаардлагагүй.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FD876-FF38-44E5-8C83-DCB9405FD2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14b0a2b804fca"/>
          <a:stretch xmlns:a="http://schemas.openxmlformats.org/drawingml/2006/main"/>
        </p:blipFill>
        <p:spPr>
          <a:xfrm xmlns:a="http://schemas.openxmlformats.org/drawingml/2006/main">
            <a:off x="8869092" y="1581150"/>
            <a:ext cx="2245267" cy="4857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5523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3D601A-9A23-4954-9C13-721D5649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Алдаа ба санал хүсэлт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6AC9B-7816-4BD4-B074-3D7A731B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Энэ имэйлд хариу бичээд дараах мэдээллийг явуулаарай.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DEE0AC-7520-47A9-B522-1F5DD599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8602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3E3EA0-0C50-475C-8EF1-1E6B8656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86025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Юу хийх үед гарсан бэ?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98EB94-2C4D-4008-A62C-AAE9D0FF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81325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Дарсан товч, хийсэн алхам, хүлээсэн үр дүнгээ бичнэ.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997FA-72F7-4CBB-8AE1-944F4D7F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766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648A6-2A32-4E62-9E88-42347D84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76675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35"/>
                </a:solidFill>
                <a:latin typeface="Arial"/>
                <a:ea typeface="Arial"/>
                <a:cs typeface="Arial"/>
              </a:rPr>
              <a:t>Юу харагдсан бэ?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371068-2CA6-4C68-B9B2-19C40761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71975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Алдааны screenshot эсвэл богино бичлэг хавсаргана.</a:t>
            </a:r>
          </a:p>
          <a:p xmlns:a="http://schemas.openxmlformats.org/drawingml/2006/main">
            <a:pPr>
              <a:defRPr sz="1875" b="0">
                <a:solidFill>
                  <a:srgbClr val="251B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51B35"/>
                </a:solidFill>
                <a:latin typeface="Arial"/>
                <a:ea typeface="Arial"/>
                <a:cs typeface="Arial"/>
              </a:rPr>
              <a:t>Утасны загвар, Android / iOS хувилбараа бичнэ.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EE393F-E1CB-4B3E-9476-9B1064DA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7409B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409B7"/>
                </a:solidFill>
                <a:latin typeface="Arial"/>
                <a:ea typeface="Arial"/>
                <a:cs typeface="Arial"/>
              </a:rPr>
              <a:t>Нууц үг, DAN баталгаажуулалтын код, хувийн мэдээллээ бүү явуулаарай.</a:t>
            </a:r>
          </a:p>
        </p:txBody>
      </p:sp>
    </p:spTree>
    <p:extLst>
      <p:ext uri="{BB962C8B-B14F-4D97-AF65-F5344CB8AC3E}">
        <p14:creationId xmlns:p14="http://schemas.microsoft.com/office/powerpoint/2010/main" val="18384483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2026-10-10T17:08:47.9630000Z</dcterms:created>
  <dcterms:modified xsi:type="dcterms:W3CDTF">2026-10-10T17:08:47.9630000Z</dcterms:modified>
</coreProperties>
</file>