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e8eaae5fb4b51" /><Relationship Type="http://schemas.openxmlformats.org/officeDocument/2006/relationships/extended-properties" Target="/docProps/app.xml" Id="Re7719db81fb544bc" /><Relationship Type="http://schemas.openxmlformats.org/officeDocument/2006/relationships/officeDocument" Target="/ppt/presentation.xml" Id="R5afda1403fb84e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f898683184d71"/>
  </p:sldMasterIdLst>
  <p:notesMasterIdLst>
    <p:notesMasterId xmlns:r="http://schemas.openxmlformats.org/officeDocument/2006/relationships" r:id="R1276c365da2c4712"/>
  </p:notesMasterIdLst>
  <p:sldIdLst>
    <p:sldId xmlns:r="http://schemas.openxmlformats.org/officeDocument/2006/relationships" id="256" r:id="Raafca4ab941842fd"/>
    <p:sldId xmlns:r="http://schemas.openxmlformats.org/officeDocument/2006/relationships" id="257" r:id="Rd3c7c856869049cc"/>
    <p:sldId xmlns:r="http://schemas.openxmlformats.org/officeDocument/2006/relationships" id="258" r:id="Rc3487b2af51641a0"/>
    <p:sldId xmlns:r="http://schemas.openxmlformats.org/officeDocument/2006/relationships" id="259" r:id="R99c0c8a5a1d141ad"/>
    <p:sldId xmlns:r="http://schemas.openxmlformats.org/officeDocument/2006/relationships" id="260" r:id="R315dbfad37fd4e42"/>
    <p:sldId xmlns:r="http://schemas.openxmlformats.org/officeDocument/2006/relationships" id="261" r:id="Rf225dca3644240b4"/>
    <p:sldId xmlns:r="http://schemas.openxmlformats.org/officeDocument/2006/relationships" id="262" r:id="R1c5e48a1b4994c9f"/>
    <p:sldId xmlns:r="http://schemas.openxmlformats.org/officeDocument/2006/relationships" id="263" r:id="Rcaa88293bc6f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d619d9b104427" /><Relationship Type="http://schemas.openxmlformats.org/officeDocument/2006/relationships/slideMaster" Target="/ppt/slideMasters/slideMaster1.xml" Id="Rd06f898683184d71" /><Relationship Type="http://schemas.openxmlformats.org/officeDocument/2006/relationships/notesMaster" Target="/ppt/notesMasters/notesMaster1.xml" Id="R1276c365da2c4712" /><Relationship Type="http://schemas.openxmlformats.org/officeDocument/2006/relationships/presProps" Target="/ppt/presProps.xml" Id="R41865fbe11b443db" /><Relationship Type="http://schemas.openxmlformats.org/officeDocument/2006/relationships/tableStyles" Target="/ppt/tableStyles.xml" Id="Re7e33649fdb34bc9" /><Relationship Type="http://schemas.openxmlformats.org/officeDocument/2006/relationships/slide" Target="/ppt/slides/slide1.xml" Id="Raafca4ab941842fd" /><Relationship Type="http://schemas.openxmlformats.org/officeDocument/2006/relationships/slide" Target="/ppt/slides/slide2.xml" Id="Rd3c7c856869049cc" /><Relationship Type="http://schemas.openxmlformats.org/officeDocument/2006/relationships/slide" Target="/ppt/slides/slide3.xml" Id="Rc3487b2af51641a0" /><Relationship Type="http://schemas.openxmlformats.org/officeDocument/2006/relationships/slide" Target="/ppt/slides/slide4.xml" Id="R99c0c8a5a1d141ad" /><Relationship Type="http://schemas.openxmlformats.org/officeDocument/2006/relationships/slide" Target="/ppt/slides/slide5.xml" Id="R315dbfad37fd4e42" /><Relationship Type="http://schemas.openxmlformats.org/officeDocument/2006/relationships/slide" Target="/ppt/slides/slide6.xml" Id="Rf225dca3644240b4" /><Relationship Type="http://schemas.openxmlformats.org/officeDocument/2006/relationships/slide" Target="/ppt/slides/slide7.xml" Id="R1c5e48a1b4994c9f" /><Relationship Type="http://schemas.openxmlformats.org/officeDocument/2006/relationships/slide" Target="/ppt/slides/slide8.xml" Id="Rcaa88293bc6f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bdf3559ae41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69e68d9a547b4" /><Relationship Type="http://schemas.openxmlformats.org/officeDocument/2006/relationships/notesMaster" Target="/ppt/notesMasters/notesMaster1.xml" Id="Ra5a2af31604949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d51fdb086749db" /><Relationship Type="http://schemas.openxmlformats.org/officeDocument/2006/relationships/notesMaster" Target="/ppt/notesMasters/notesMaster1.xml" Id="R6ebe29f7384e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1bb770a90451b" /><Relationship Type="http://schemas.openxmlformats.org/officeDocument/2006/relationships/notesMaster" Target="/ppt/notesMasters/notesMaster1.xml" Id="R7e6d1a7290af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8cecd3f852407a" /><Relationship Type="http://schemas.openxmlformats.org/officeDocument/2006/relationships/notesMaster" Target="/ppt/notesMasters/notesMaster1.xml" Id="R3bdb157b890c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634a90b9f043d7" /><Relationship Type="http://schemas.openxmlformats.org/officeDocument/2006/relationships/notesMaster" Target="/ppt/notesMasters/notesMaster1.xml" Id="R561faad2b02644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d565bdae44305" /><Relationship Type="http://schemas.openxmlformats.org/officeDocument/2006/relationships/notesMaster" Target="/ppt/notesMasters/notesMaster1.xml" Id="R0640a83ac71245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4dd84e7d4456c" /><Relationship Type="http://schemas.openxmlformats.org/officeDocument/2006/relationships/notesMaster" Target="/ppt/notesMasters/notesMaster1.xml" Id="R189bd7c8a4b640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54fc9b84f469d" /><Relationship Type="http://schemas.openxmlformats.org/officeDocument/2006/relationships/notesMaster" Target="/ppt/notesMasters/notesMaster1.xml" Id="R9016a8373afe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2.png.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7.png.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3.png.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5.png.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4ba100c6a4f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a8a984918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c0cd479bb4f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6670722d54d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239b4014e40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fd5883be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9CA6B4-8337-498C-91D7-D2264B5B6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DC9138-0BCE-45D3-BAB5-C8107F6B4D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DDB104-BFF0-4932-9F0A-7F02B3CAD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525FD-A845-4547-A78E-9494A7C35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C410EB-BA46-4975-A9F9-F4DBAB6D30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FCC2E4-EC38-4F88-84AA-BBBCE80DE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3A2501-889C-4DB7-9ECB-87A69D5D89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4A7D04-A470-41FC-BF9C-9F1CDFFAEE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19A6A-3469-4C37-ADA6-2EF26E761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7F7EB0-2BE0-4751-ADD4-A9D9330BF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b4602d2bb4928" /><Relationship Type="http://schemas.openxmlformats.org/officeDocument/2006/relationships/slideLayout" Target="/ppt/slideLayouts/slideLayout1.xml" Id="R427f7222076b4356" /><Relationship Type="http://schemas.openxmlformats.org/officeDocument/2006/relationships/slideLayout" Target="/ppt/slideLayouts/slideLayout2.xml" Id="R684b281fe84d4a78" /><Relationship Type="http://schemas.openxmlformats.org/officeDocument/2006/relationships/slideLayout" Target="/ppt/slideLayouts/slideLayout3.xml" Id="R69730cdc48c14f51" /><Relationship Type="http://schemas.openxmlformats.org/officeDocument/2006/relationships/slideLayout" Target="/ppt/slideLayouts/slideLayout4.xml" Id="Re8188de79d47455d" /><Relationship Type="http://schemas.openxmlformats.org/officeDocument/2006/relationships/slideLayout" Target="/ppt/slideLayouts/slideLayout5.xml" Id="R9ebb7691a26749a3" /><Relationship Type="http://schemas.openxmlformats.org/officeDocument/2006/relationships/slideLayout" Target="/ppt/slideLayouts/slideLayout6.xml" Id="R07b98290a33542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f7222076b4356"/>
    <p:sldLayoutId xmlns:r="http://schemas.openxmlformats.org/officeDocument/2006/relationships" id="2147483650" r:id="R684b281fe84d4a78"/>
    <p:sldLayoutId xmlns:r="http://schemas.openxmlformats.org/officeDocument/2006/relationships" id="2147483651" r:id="R69730cdc48c14f51"/>
    <p:sldLayoutId xmlns:r="http://schemas.openxmlformats.org/officeDocument/2006/relationships" id="2147483652" r:id="Re8188de79d47455d"/>
    <p:sldLayoutId xmlns:r="http://schemas.openxmlformats.org/officeDocument/2006/relationships" id="2147483653" r:id="R9ebb7691a26749a3"/>
    <p:sldLayoutId xmlns:r="http://schemas.openxmlformats.org/officeDocument/2006/relationships" id="2147483654" r:id="R07b98290a33542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ee59b998b43ed" /><Relationship Type="http://schemas.openxmlformats.org/officeDocument/2006/relationships/image" Target="/ppt/media/image.png" Id="R1afc307bb2224244" /><Relationship Type="http://schemas.openxmlformats.org/officeDocument/2006/relationships/notesSlide" Target="/ppt/notesSlides/notesSlide1.xml" Id="Rebd1e33a2034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e945d06cd496c" /><Relationship Type="http://schemas.openxmlformats.org/officeDocument/2006/relationships/notesSlide" Target="/ppt/notesSlides/notesSlide2.xml" Id="R5bf92e18dd64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b7fb358cf4091" /><Relationship Type="http://schemas.openxmlformats.org/officeDocument/2006/relationships/notesSlide" Target="/ppt/notesSlides/notesSlide3.xml" Id="R94da14442a7944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7889815504952" /><Relationship Type="http://schemas.openxmlformats.org/officeDocument/2006/relationships/image" Target="/ppt/media/image2.png" Id="R9a54e348c4504724" /><Relationship Type="http://schemas.openxmlformats.org/officeDocument/2006/relationships/notesSlide" Target="/ppt/notesSlides/notesSlide4.xml" Id="Rb34664fb1a4743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270c29c204740" /><Relationship Type="http://schemas.openxmlformats.org/officeDocument/2006/relationships/image" Target="/ppt/media/image3.png" Id="R970ac274de4b4656" /><Relationship Type="http://schemas.openxmlformats.org/officeDocument/2006/relationships/notesSlide" Target="/ppt/notesSlides/notesSlide5.xml" Id="R05752cad3dc6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b2156e6f44e49" /><Relationship Type="http://schemas.openxmlformats.org/officeDocument/2006/relationships/image" Target="/ppt/media/image4.png" Id="Ree503bf6e25f4a8d" /><Relationship Type="http://schemas.openxmlformats.org/officeDocument/2006/relationships/notesSlide" Target="/ppt/notesSlides/notesSlide6.xml" Id="R372fb920246f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f088e65054c06" /><Relationship Type="http://schemas.openxmlformats.org/officeDocument/2006/relationships/notesSlide" Target="/ppt/notesSlides/notesSlide7.xml" Id="Rb60b262b21b9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6a5062c8b4ba8" /><Relationship Type="http://schemas.openxmlformats.org/officeDocument/2006/relationships/notesSlide" Target="/ppt/notesSlides/notesSlide8.xml" Id="R66bbb3ab24384c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409B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1E809-07D2-483B-9BCE-2E21AB3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Tureesly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4C13-A661-457F-9D08-9B066CB8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Оюутнуудад зориулсан</a:t>
            </a:r>
          </a:p>
          <a:p xmlns:a="http://schemas.openxmlformats.org/drawingml/2006/main">
            <a: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аппын туршилт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7B645-AB1A-478F-8591-19FE707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7096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Хэрэгтэй зүйлээ түрээслэх,</a:t>
            </a:r>
          </a:p>
          <a:p xmlns:a="http://schemas.openxmlformats.org/drawingml/2006/main">
            <a: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өөрийн зүйлээ түрээслүүлэх зарын апп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7D46B-7037-44A7-B1BB-342DA550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Туршилтад нэгдэхээр имэйлээ илгээсэн танд баярлалаа.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79ECC-9FF1-417F-A374-1BA934A0C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c307bb2224244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33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6A30C-1338-475A-926B-DCCFEE11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Суулгах заавар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2BC66-0744-4530-8927-48CE96B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02A3A-C907-4F81-83C7-4EFF263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Имэйл дэх холбоос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247C5-18FF-4552-81CC-3B8F40F9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Өөрийн утсанд тохирох Android эсвэл iOS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суулгах холбоосыг нээнэ.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E9446-8327-41D7-BA01-74C55663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9F0D6-7905-4D3C-BF94-103642A9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Туршилтад бүртгүүлсэн хаяг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D25A2-61FC-4A24-857F-2A4CAFF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Урилга хүлээн авсан имэйл хаягаа ашиглана.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iPhone дээр TestFlight-ийн зааврыг дагана.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AA764-9DD6-440E-862D-6607810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4DA99-E09B-44AB-8B31-1B80264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Суулгалтад асуудал гарвал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C5174-4A3B-4166-9E33-75F3516D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530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Гарсан мэдэгдлийн зураг болон утасныхаа загварыг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энэ имэйлд хариу болгон явуулна.</a:t>
            </a:r>
          </a:p>
        </p:txBody>
      </p:sp>
    </p:spTree>
    <p:extLst>
      <p:ext uri="{BB962C8B-B14F-4D97-AF65-F5344CB8AC3E}">
        <p14:creationId xmlns:p14="http://schemas.microsoft.com/office/powerpoint/2010/main" val="169608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5ED6C-B5A2-4083-BC4F-0D6AF56B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Аппын зөвшөөрлүүд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813D8-B02D-42A8-BE98-74E3566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2E9E-023E-4D8F-AA14-37059143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87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Мэдэгдэл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2D379-FEB6-4F50-81DC-C11685E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Allow / Зөвшөөрөх сонголтоор мэдэгдлийг асаана.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үйл явдлын push мэдэгдлийг шалгахад хэрэгтэй.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D9B70-1109-4A0A-B164-E019202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D8CAE-0913-49FF-8362-298EDA1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Байршил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77F85-2351-4650-BF96-78F53CD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 ашиглаж байх үед байршил ашиглахыг зөвшөөрнө.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Газрын зураг, “Надтай ойр” хайлтыг туршина.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2308C-D4F1-4C26-AC99-47174752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8801C-C7A4-4775-A41C-B52C10D5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815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Зураг сонгох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E8B0D-2B68-491D-B3FB-41173FF4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768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 оруулах үед галерейн зөвшөөрөл хүсэж болно.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Сонгох зурагтаа хандах эрх өгнө.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A4E7-10E2-415F-89CF-61264E51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09B7"/>
                </a:solidFill>
                <a:latin typeface="Arial"/>
                <a:ea typeface="Arial"/>
                <a:cs typeface="Arial"/>
              </a:rPr>
              <a:t>Өмнө татгалзсан бол утасны Тохиргоо дотор Tureesly-ийн зөвшөөрлийг шалгана.</a:t>
            </a:r>
          </a:p>
        </p:txBody>
      </p:sp>
    </p:spTree>
    <p:extLst>
      <p:ext uri="{BB962C8B-B14F-4D97-AF65-F5344CB8AC3E}">
        <p14:creationId xmlns:p14="http://schemas.microsoft.com/office/powerpoint/2010/main" val="569170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BACB9-7798-4073-A08C-54604E84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Бүртгэл ба нэвтрэлт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C568A-3571-4B0D-B454-8F33AE95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FECE7-137D-43AC-A490-B45A332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383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DAN-аар бүртгүүлэх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F722-9152-4F11-8329-9F307D3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Аппын зааврын дагуу мэдээллээ баталгаажуулна.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7D7CF-DEED-4112-9A0F-995D1D8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7DD6E-ECE9-48BB-80E2-8D95711B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Бүртгэлээ дуусгах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B5D6C-9AE4-4B24-AFD5-377EDE53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Үйлчилгээний нөхцөлтэй танилцаж зөвшөөрөөд,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утасны дугаар болон нууц үгээ хадгална.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8D5FB-6F56-42E8-97F3-C59D518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48420-6673-44C8-8E34-BE34CC9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Дахин нэвтрэх туршилт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957D1-6B74-49F4-9F5B-89B4453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Гараад, хадгалсан утасны дугаар болон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нууц үгээрээ дахин нэвтэрч үзнэ.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283A5-8E27-4F42-90E6-D16E44400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4e348c4504724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9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35E2-6C0C-4977-AE5F-FD652F6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Хэрэгтэй зүйлээ хайх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55836-9854-460C-8918-99064BE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21D18-A3FF-4A67-8406-FE81238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Хайлт ба ангилал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A6C9E-EAD0-4DD9-B3DA-1A63F886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Камер, дугуй, майхан зэрэг өөрт хэрэгтэй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зүйлээ хайж, ангиллаар шүүнэ.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BAB32-DB9A-42E3-A523-C0EBB6DC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45AF0-D0CB-4641-BA0B-A36698D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Ойролцоох зар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325B5-425B-4336-A100-F7946F8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Байршлын хэсгээр өөрт ойр байгаа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заруудыг үзнэ.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F3A96-10F5-44AC-B85D-F080DB3B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D6659-42CB-41DA-900B-6F9C03C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Зарын дэлгэрэнгүй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38E39-693C-4154-B3D5-0F72BDE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Үнэ, зураг, тайлбарыг шалгаад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сонирхсон зараа хадгалж үзнэ.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1CB12-AAE5-4AF0-B00B-171D35DDE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c274de4b4656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90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281A0-F699-487D-BC42-49AA552C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Өөрийн зарын туршилт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F88B8-437B-4302-862E-95AC719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0487-43A9-4E05-BA67-1B0DA8B9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 оруулах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C470-74DD-4F30-9D02-90E72D2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Өөрийн бодит эд зүйлийн зураг, тайлбар,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үнэ болон мэдээллийг оруулна.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1D45F-DE9F-44AA-AE75-D23B57C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68FB5-0B56-4CDC-AA19-DE106E4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337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Миний зарууд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9C211-F250-47D4-8575-DE2F0417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9025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Зараа харах, түр идэвхгүй болгох,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дахин идэвхжүүлэх үйлдлийг туршина.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53AC6-E4D5-4A96-B4E1-B2AE156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Төлбөртэй үйлдэл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D8BE7-94A3-4E56-9B90-37064D3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695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Зарын эрх, Pump, Sponsored нь төлбөртэй.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Туршилтад оролцохын тулд бодит төлбөр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хийх шаардлагагүй.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E509B-15C6-47CC-9A5D-4F5498C5D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03bf6e25f4a8d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0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ED525-1059-4740-8D39-ED61E101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Хосоороо түрээс турших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4BB5-0B53-4120-9FAE-39F0E27A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Нэг нь түрээслүүлэгч, нөгөө нь түрээслэгч болж эхэлнэ.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00100-975C-4F5C-AE6E-7C86DDFB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6D68C-6529-4F89-B34A-67CB5FF7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621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Хүсэлт ба нөхцөл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6FF9-8981-4638-9273-51B2856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74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Түрээслэгч нөгөөгийнхөө зар руу хүсэлт илгээнэ.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Эзэн зөвшөөрч, хоёр тал гэрээний нөхцөлийг баталгаажуулна.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F1614-7D11-4847-B641-C23A18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759DE-F416-422B-B19F-1F6BA121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 эхлэх ба дуусах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E5ABA-6657-46ED-950D-4F98863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Бараа хүлээлцэх үйлдлийг хоёр талаас баталгаажуулна.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Буцааж өгөх, эзэн хүлээн авах, дуусгах ба үнэлэхийг туршина.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F17BE-DBC1-48EB-BA00-A2904E21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EC43C-AA68-4814-A052-173E3A9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Хоёр талын мэдэгдэл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DE0A3-6927-4274-8716-294EE22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Алхам бүрд аппын Мэдэгдэл хэсэг, түрээсийн төлөвийг шалгана.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Аппыг ард ажиллуулж push ирсэн эсэх, дарж нээгдэхийг туршина.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C4506-A8E6-4085-962A-61725A58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Дараа нь дүрээ солино. Мэдэгдэл ирээгүй бол аль алхам, хэнд ирээгүйг бичнэ.</a:t>
            </a:r>
          </a:p>
        </p:txBody>
      </p:sp>
    </p:spTree>
    <p:extLst>
      <p:ext uri="{BB962C8B-B14F-4D97-AF65-F5344CB8AC3E}">
        <p14:creationId xmlns:p14="http://schemas.microsoft.com/office/powerpoint/2010/main" val="1906360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D1858-03AE-4852-83BB-FEA3445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Алдаа ба санал хүсэлт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C9B06-C328-4497-9F83-2BDB862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Энэ имэйлд хариу бичээд дараах мэдээллийг явуулаарай.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FA3CF-DC81-4442-A0A1-55DC5DE9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4C50B-EA12-4006-917F-6F3A45F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860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Юу хийх үед гарсан бэ?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6EF55-B051-48B6-9081-EFA345AC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813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Дарсан товч, хийсэн алхам, хүлээсэн үр дүнгээ бичнэ.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E932-ED4E-4E4A-A038-D3B560F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92D53-27DC-43C4-B8F2-CF7A5C6D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766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Юу харагдсан бэ?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468F-2A74-40A1-9D70-61D95481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719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Алдааны screenshot эсвэл богино бичлэг хавсаргана.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Утасны загвар, Android / iOS хувилбараа бичнэ.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51788-81AC-4BF3-91A8-1145357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Нууц үг, DAN баталгаажуулалтын код, хувийн мэдээллээ бүү явуулаарай.</a:t>
            </a:r>
          </a:p>
        </p:txBody>
      </p:sp>
    </p:spTree>
    <p:extLst>
      <p:ext uri="{BB962C8B-B14F-4D97-AF65-F5344CB8AC3E}">
        <p14:creationId xmlns:p14="http://schemas.microsoft.com/office/powerpoint/2010/main" val="91963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2026-10-10T17:29:01.2900000Z</dcterms:created>
  <dcterms:modified xsi:type="dcterms:W3CDTF">2026-10-10T17:29:01.2900000Z</dcterms:modified>
</coreProperties>
</file>