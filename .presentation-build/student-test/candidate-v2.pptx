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3e3bca386447a" /><Relationship Type="http://schemas.openxmlformats.org/officeDocument/2006/relationships/extended-properties" Target="/docProps/app.xml" Id="R8d6135c5f472469b" /><Relationship Type="http://schemas.openxmlformats.org/officeDocument/2006/relationships/officeDocument" Target="/ppt/presentation.xml" Id="R7b974aff329f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77b808105e4978"/>
  </p:sldMasterIdLst>
  <p:notesMasterIdLst>
    <p:notesMasterId xmlns:r="http://schemas.openxmlformats.org/officeDocument/2006/relationships" r:id="R4a6cb5a3d2c44802"/>
  </p:notesMasterIdLst>
  <p:sldIdLst>
    <p:sldId xmlns:r="http://schemas.openxmlformats.org/officeDocument/2006/relationships" id="256" r:id="Rb784d20cbc6d4766"/>
    <p:sldId xmlns:r="http://schemas.openxmlformats.org/officeDocument/2006/relationships" id="257" r:id="Ra30c9d4b01bc4cec"/>
    <p:sldId xmlns:r="http://schemas.openxmlformats.org/officeDocument/2006/relationships" id="258" r:id="R4e77fd36e2984a85"/>
    <p:sldId xmlns:r="http://schemas.openxmlformats.org/officeDocument/2006/relationships" id="259" r:id="R818b17fb3cb04da4"/>
    <p:sldId xmlns:r="http://schemas.openxmlformats.org/officeDocument/2006/relationships" id="260" r:id="R370b466d81f141df"/>
    <p:sldId xmlns:r="http://schemas.openxmlformats.org/officeDocument/2006/relationships" id="261" r:id="R27e3e13365634e23"/>
    <p:sldId xmlns:r="http://schemas.openxmlformats.org/officeDocument/2006/relationships" id="262" r:id="R78c26a5276b4485d"/>
    <p:sldId xmlns:r="http://schemas.openxmlformats.org/officeDocument/2006/relationships" id="263" r:id="R8b203fc2540444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0960c0f72a459b" /><Relationship Type="http://schemas.openxmlformats.org/officeDocument/2006/relationships/slideMaster" Target="/ppt/slideMasters/slideMaster1.xml" Id="R6c77b808105e4978" /><Relationship Type="http://schemas.openxmlformats.org/officeDocument/2006/relationships/notesMaster" Target="/ppt/notesMasters/notesMaster1.xml" Id="R4a6cb5a3d2c44802" /><Relationship Type="http://schemas.openxmlformats.org/officeDocument/2006/relationships/presProps" Target="/ppt/presProps.xml" Id="R35c540ee0bd24ceb" /><Relationship Type="http://schemas.openxmlformats.org/officeDocument/2006/relationships/tableStyles" Target="/ppt/tableStyles.xml" Id="R8b4846471b6b47bc" /><Relationship Type="http://schemas.openxmlformats.org/officeDocument/2006/relationships/slide" Target="/ppt/slides/slide1.xml" Id="Rb784d20cbc6d4766" /><Relationship Type="http://schemas.openxmlformats.org/officeDocument/2006/relationships/slide" Target="/ppt/slides/slide2.xml" Id="Ra30c9d4b01bc4cec" /><Relationship Type="http://schemas.openxmlformats.org/officeDocument/2006/relationships/slide" Target="/ppt/slides/slide3.xml" Id="R4e77fd36e2984a85" /><Relationship Type="http://schemas.openxmlformats.org/officeDocument/2006/relationships/slide" Target="/ppt/slides/slide4.xml" Id="R818b17fb3cb04da4" /><Relationship Type="http://schemas.openxmlformats.org/officeDocument/2006/relationships/slide" Target="/ppt/slides/slide5.xml" Id="R370b466d81f141df" /><Relationship Type="http://schemas.openxmlformats.org/officeDocument/2006/relationships/slide" Target="/ppt/slides/slide6.xml" Id="R27e3e13365634e23" /><Relationship Type="http://schemas.openxmlformats.org/officeDocument/2006/relationships/slide" Target="/ppt/slides/slide7.xml" Id="R78c26a5276b4485d" /><Relationship Type="http://schemas.openxmlformats.org/officeDocument/2006/relationships/slide" Target="/ppt/slides/slide8.xml" Id="R8b203fc2540444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c12293a70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728efe30f54017" /><Relationship Type="http://schemas.openxmlformats.org/officeDocument/2006/relationships/notesMaster" Target="/ppt/notesMasters/notesMaster1.xml" Id="R2fbeb988e3e74f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5feb4d918544dd" /><Relationship Type="http://schemas.openxmlformats.org/officeDocument/2006/relationships/notesMaster" Target="/ppt/notesMasters/notesMaster1.xml" Id="Rf714e06b3cd143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d60e46fd4545bb" /><Relationship Type="http://schemas.openxmlformats.org/officeDocument/2006/relationships/notesMaster" Target="/ppt/notesMasters/notesMaster1.xml" Id="R87f2a5772a1b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dc3384573241ea" /><Relationship Type="http://schemas.openxmlformats.org/officeDocument/2006/relationships/notesMaster" Target="/ppt/notesMasters/notesMaster1.xml" Id="Raada6d680b044c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7dc5f0581c4bdb" /><Relationship Type="http://schemas.openxmlformats.org/officeDocument/2006/relationships/notesMaster" Target="/ppt/notesMasters/notesMaster1.xml" Id="Rfa73aaa78e14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937d3b45194c45" /><Relationship Type="http://schemas.openxmlformats.org/officeDocument/2006/relationships/notesMaster" Target="/ppt/notesMasters/notesMaster1.xml" Id="R3588cff3bc8747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fdaadd248c4f25" /><Relationship Type="http://schemas.openxmlformats.org/officeDocument/2006/relationships/notesMaster" Target="/ppt/notesMasters/notesMaster1.xml" Id="R89a7e24b99624a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7239a0a224466a" /><Relationship Type="http://schemas.openxmlformats.org/officeDocument/2006/relationships/notesMaster" Target="/ppt/notesMasters/notesMaster1.xml" Id="Rb17a1a607065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2.png.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7.png.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3.png.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Аппын зураг: хэрэглэгчийн өгсөн StorePoster/iOS 5.png. Зураг нь өмнөх хувилбарын дэлгэц тул шинэ хувилбарт зарим харагдац өөр байж болно.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51c768e2943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7ba87085748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bd6fea1c649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26df8700140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804d78c4148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149760cc941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CCEF3A-341A-489F-ACB7-EA6141A07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214753-7AAB-4BF5-8C19-B0C5340A1B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473B0E-6D2D-4285-BF93-2701FF7B7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5AABDA-B697-4EE8-92FF-EA2011B74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178734-5C42-4068-A2DA-06DDD91522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BD2F9E-4A3D-440D-BF5B-94CB1C82F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7C4BE5-8426-4F52-B1F2-DDA570BCDB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13F484-0897-4DA4-8BDC-2D189EF5BB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C7E4B1-9DD7-405F-AFD5-21D9AD7824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6D269B-04F9-4961-B84D-2280362101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f53c8147d4c09" /><Relationship Type="http://schemas.openxmlformats.org/officeDocument/2006/relationships/slideLayout" Target="/ppt/slideLayouts/slideLayout1.xml" Id="R58bbbe37c2ed4f1a" /><Relationship Type="http://schemas.openxmlformats.org/officeDocument/2006/relationships/slideLayout" Target="/ppt/slideLayouts/slideLayout2.xml" Id="Rfa9abda4ad9641b1" /><Relationship Type="http://schemas.openxmlformats.org/officeDocument/2006/relationships/slideLayout" Target="/ppt/slideLayouts/slideLayout3.xml" Id="Rb2d714d3f82940da" /><Relationship Type="http://schemas.openxmlformats.org/officeDocument/2006/relationships/slideLayout" Target="/ppt/slideLayouts/slideLayout4.xml" Id="Rf336a7c8cdd547e5" /><Relationship Type="http://schemas.openxmlformats.org/officeDocument/2006/relationships/slideLayout" Target="/ppt/slideLayouts/slideLayout5.xml" Id="R00799680cc2b4ee7" /><Relationship Type="http://schemas.openxmlformats.org/officeDocument/2006/relationships/slideLayout" Target="/ppt/slideLayouts/slideLayout6.xml" Id="R7f4e1ce419374d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bbe37c2ed4f1a"/>
    <p:sldLayoutId xmlns:r="http://schemas.openxmlformats.org/officeDocument/2006/relationships" id="2147483650" r:id="Rfa9abda4ad9641b1"/>
    <p:sldLayoutId xmlns:r="http://schemas.openxmlformats.org/officeDocument/2006/relationships" id="2147483651" r:id="Rb2d714d3f82940da"/>
    <p:sldLayoutId xmlns:r="http://schemas.openxmlformats.org/officeDocument/2006/relationships" id="2147483652" r:id="Rf336a7c8cdd547e5"/>
    <p:sldLayoutId xmlns:r="http://schemas.openxmlformats.org/officeDocument/2006/relationships" id="2147483653" r:id="R00799680cc2b4ee7"/>
    <p:sldLayoutId xmlns:r="http://schemas.openxmlformats.org/officeDocument/2006/relationships" id="2147483654" r:id="R7f4e1ce419374d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8b3d57d4d4bc1" /><Relationship Type="http://schemas.openxmlformats.org/officeDocument/2006/relationships/image" Target="/ppt/media/image.png" Id="R86ab5e47406540fe" /><Relationship Type="http://schemas.openxmlformats.org/officeDocument/2006/relationships/notesSlide" Target="/ppt/notesSlides/notesSlide1.xml" Id="R9111dc63604341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0bbf02f1c4f8d" /><Relationship Type="http://schemas.openxmlformats.org/officeDocument/2006/relationships/notesSlide" Target="/ppt/notesSlides/notesSlide2.xml" Id="R82493841594841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23900f5f24b53" /><Relationship Type="http://schemas.openxmlformats.org/officeDocument/2006/relationships/notesSlide" Target="/ppt/notesSlides/notesSlide3.xml" Id="R27ecddccf96f4f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4be92c72ed4ecd" /><Relationship Type="http://schemas.openxmlformats.org/officeDocument/2006/relationships/image" Target="/ppt/media/image2.png" Id="Raabb3f17be2444f1" /><Relationship Type="http://schemas.openxmlformats.org/officeDocument/2006/relationships/notesSlide" Target="/ppt/notesSlides/notesSlide4.xml" Id="R72bb3706e83046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a1a1e15e84d27" /><Relationship Type="http://schemas.openxmlformats.org/officeDocument/2006/relationships/image" Target="/ppt/media/image3.png" Id="R5e4c8ad8c3b14ada" /><Relationship Type="http://schemas.openxmlformats.org/officeDocument/2006/relationships/notesSlide" Target="/ppt/notesSlides/notesSlide5.xml" Id="Rb8b2be212871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2ed98c09a4ff2" /><Relationship Type="http://schemas.openxmlformats.org/officeDocument/2006/relationships/image" Target="/ppt/media/image4.png" Id="R605655d04e1a443f" /><Relationship Type="http://schemas.openxmlformats.org/officeDocument/2006/relationships/notesSlide" Target="/ppt/notesSlides/notesSlide6.xml" Id="R9b94794353b744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7b9283a9342d6" /><Relationship Type="http://schemas.openxmlformats.org/officeDocument/2006/relationships/notesSlide" Target="/ppt/notesSlides/notesSlide7.xml" Id="R837f19e8a4c447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b9eb8d4f94c20" /><Relationship Type="http://schemas.openxmlformats.org/officeDocument/2006/relationships/notesSlide" Target="/ppt/notesSlides/notesSlide8.xml" Id="R4db7eb1099aa4b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409B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48C2E-2800-4A3D-A9F0-4B5414A7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4F0"/>
                </a:solidFill>
                <a:latin typeface="Arial"/>
                <a:ea typeface="Arial"/>
                <a:cs typeface="Arial"/>
              </a:rPr>
              <a:t>Tureesly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B0FB3-C346-44F2-80F4-6F0DD827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723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4F0"/>
                </a:solidFill>
                <a:latin typeface="Arial"/>
                <a:ea typeface="Arial"/>
                <a:cs typeface="Arial"/>
              </a:rPr>
              <a:t>Оюутнуудад зориулсан</a:t>
            </a:r>
          </a:p>
          <a:p xmlns:a="http://schemas.openxmlformats.org/drawingml/2006/main">
            <a:pPr>
              <a:defRPr sz="4200" b="1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4F0"/>
                </a:solidFill>
                <a:latin typeface="Arial"/>
                <a:ea typeface="Arial"/>
                <a:cs typeface="Arial"/>
              </a:rPr>
              <a:t>аппын туршилт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54F8-7211-4EAC-BAD4-B565DF9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7096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4F0"/>
                </a:solidFill>
                <a:latin typeface="Arial"/>
                <a:ea typeface="Arial"/>
                <a:cs typeface="Arial"/>
              </a:rPr>
              <a:t>Хэрэгтэй зүйлээ түрээслэх,</a:t>
            </a:r>
          </a:p>
          <a:p xmlns:a="http://schemas.openxmlformats.org/drawingml/2006/main">
            <a:pPr>
              <a:defRPr sz="2325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4F0"/>
                </a:solidFill>
                <a:latin typeface="Arial"/>
                <a:ea typeface="Arial"/>
                <a:cs typeface="Arial"/>
              </a:rPr>
              <a:t>өөрийн зүйлээ түрээслүүлэх зарын апп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BECCC-B305-4C12-BEB4-0B560143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4F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4F0"/>
                </a:solidFill>
                <a:latin typeface="Arial"/>
                <a:ea typeface="Arial"/>
                <a:cs typeface="Arial"/>
              </a:rPr>
              <a:t>Туршилтад нэгдэхээр имэйлээ илгээсэн танд баярлалаа.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1DE3E-62BC-4D1E-A13F-D6FF7365B9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b5e47406540fe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25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75F77-F937-418B-AFA4-DF91CFEA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Суулгах заавар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3F8EB-83AC-4B75-892E-A8B7ABBB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123DD-0FEF-4014-B2E1-C485E422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Имэйл дэх холбоос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72FDB-C2E4-4C83-96A6-16553AE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Өөрийн утсанд тохирох Android эсвэл iOS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суулгах холбоосыг нээнэ.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5BFBB-A9A4-41AF-AFBC-62A4B14E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24818-06D6-4435-B148-88B681B4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Туршилтад бүртгүүлсэн хаяг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E3DEF-B6D0-4D29-B621-16E39A4C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Урилга хүлээн авсан имэйл хаягаа ашиглана.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iPhone дээр TestFlight-ийн зааврыг дагана.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C3BFE-8A68-4898-BD36-8CF602C2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65FAF-53AA-4BC9-8785-6C8B791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Суулгалтад асуудал гарвал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CA8DC-758E-4940-B06C-89D74F85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530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Гарсан мэдэгдлийн зураг болон утасныхаа загварыг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энэ имэйлд хариу болгон явуулна.</a:t>
            </a:r>
          </a:p>
        </p:txBody>
      </p:sp>
    </p:spTree>
    <p:extLst>
      <p:ext uri="{BB962C8B-B14F-4D97-AF65-F5344CB8AC3E}">
        <p14:creationId xmlns:p14="http://schemas.microsoft.com/office/powerpoint/2010/main" val="760254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F0D75-EDD2-4330-9EBF-8EC56537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Аппын зөвшөөрлүүд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9D30F-8CBF-493A-B07F-82567B15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3E92E-0AD6-46BB-9F2D-59728CE7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87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Мэдэгдэл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0EA82-D674-4252-A425-C9D5EA4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Allow / Зөвшөөрөх сонголтоор мэдэгдлийг асаана.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Түрээсийн үйл явдлын push мэдэгдлийг шалгахад хэрэгтэй.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405E4-419D-4203-B67C-2180B232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7F9C6-2023-4C8A-8405-44213B9E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Байршил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9DC99-34B8-4A60-8AE5-DB957B3D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Апп ашиглаж байх үед байршил ашиглахыг зөвшөөрнө.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Газрын зураг, “Надтай ойр” хайлтыг туршина.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17B40-36BD-487E-B41C-0730834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5030F-1118-42AC-8A2F-69BCDBA8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815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Зураг сонгох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F3CDD-F845-4669-A4A0-F1629346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768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 оруулах үед галерейн зөвшөөрөл хүсэж болно.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Сонгох зурагтаа хандах эрх өгнө.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EDEAB-E386-4841-84D0-9DEBE6EA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09B7"/>
                </a:solidFill>
                <a:latin typeface="Arial"/>
                <a:ea typeface="Arial"/>
                <a:cs typeface="Arial"/>
              </a:rPr>
              <a:t>Өмнө татгалзсан бол утасны Тохиргоо дотор Tureesly-ийн зөвшөөрлийг шалгана.</a:t>
            </a:r>
          </a:p>
        </p:txBody>
      </p:sp>
    </p:spTree>
    <p:extLst>
      <p:ext uri="{BB962C8B-B14F-4D97-AF65-F5344CB8AC3E}">
        <p14:creationId xmlns:p14="http://schemas.microsoft.com/office/powerpoint/2010/main" val="258894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7540F-45F5-42D8-97D7-C7CAD3A1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Бүртгэл ба нэвтрэлт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EDC4E-9DF7-49F6-B9BF-8360A522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5999C-E48D-420A-ADA4-58B4F9A4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383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DAN-аар бүртгүүлэх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44A08-1AA1-4836-96B7-DFFB7E44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Аппын зааврын дагуу мэдээллээ баталгаажуулна.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3C021-5549-4FD3-B750-DC85097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3C4D-23B6-468B-83EB-E1A7A8B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Бүртгэлээ дуусгах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F7ED-634A-401B-81BE-E819F56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Үйлчилгээний нөхцөлтэй танилцаж зөвшөөрөөд,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утасны дугаар болон нууц үгээ хадгална.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A372E-F348-498E-A8AE-6D4F529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68ABC-2A2C-4A2A-BB1B-524768A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Дахин нэвтрэх туршилт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81D16-B908-41AB-8484-895BC947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8635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Гараад, хадгалсан утасны дугаар болон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нууц үгээрээ дахин нэвтэрч үзнэ.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5806F-8E3D-497C-A055-32B07AE6CD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b3f17be2444f1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1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90A45-0353-4693-A88C-61C6382F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Хэрэгтэй зүйлээ хайх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18663-7F12-4059-AC76-D8C7170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3A25B-C692-473E-B5F4-821BBDC3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Хайлт ба ангилал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7F66B-31B8-43D5-B974-1FABDB9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Камер, дугуй, майхан зэрэг өөрт хэрэгтэй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зүйлээ хайж, ангиллаар шүүнэ.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47F84-D2BB-401E-B287-F2CBA8B4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6FEE3-B1FD-4CDF-B617-789197EA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Ойролцоох зар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B6A1F-618F-4D0D-83D1-705DBE8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Байршлын хэсгээр өөрт ойр байгаа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түрээсийн заруудыг үзнэ.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E76A9-960C-416B-B220-D83209FF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AF625-0DD4-4151-A5EF-870CFEAC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Зарын дэлгэрэнгүй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5E42F-F089-408A-9496-FFADD47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Үнэ, зураг, тайлбарыг шалгаад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сонирхсон зараа хадгалж үзнэ.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A4357-7308-422F-81D5-D187452B5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c8ad8c3b14ada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74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5FA8B-3740-415B-9D13-BAC4A62E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Өөрийн зарын туршилт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90324-E22C-4078-900A-4469152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9DF40-74DC-4C7A-A498-87DD4004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 оруулах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09E6A-57D8-45D5-964D-CB9BD349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Өөрийн бодит эд зүйлийн зураг, тайлбар,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түрээсийн үнэ болон мэдээллийг оруулна.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ECEC8-E744-4865-9C13-F55E2228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65B64-367C-40D7-8F52-8574787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33725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Миний зарууд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24C5A-5195-489E-825C-8DE0E8D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29025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Зараа харах, түр идэвхгүй болгох,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дахин идэвхжүүлэх үйлдлийг туршина.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5D0D8-5BD8-46BA-B575-78EBAA86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Төлбөртэй үйлдэл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E445E-15C4-400E-98CC-3BF831E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695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Зарын эрх, Pump, Sponsored нь төлбөртэй.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Туршилтад оролцохын тулд бодит төлбөр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хийх шаардлагагүй.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2AA27-AA1B-4AD8-BCF1-8C4D8917E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655d04e1a443f"/>
          <a:stretch xmlns:a="http://schemas.openxmlformats.org/drawingml/2006/main"/>
        </p:blipFill>
        <p:spPr>
          <a:xfrm xmlns:a="http://schemas.openxmlformats.org/drawingml/2006/main">
            <a:off x="8869092" y="1581150"/>
            <a:ext cx="224526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59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5BBD8-F11C-493D-BCE9-304A4275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Хосоороо түрээс турших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A30A3-6C82-4091-8474-9774CE23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Нэг нь түрээслүүлэгч, нөгөө нь түрээслэгч болж эхэлнэ.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62B3B-7746-4BF1-8376-7D393B15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66CC6-44DD-45DE-B008-8B98E0DA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621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Хүсэлт ба нөхцөл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252F7-093B-4CD8-BFB6-F31D0B6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74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Түрээслэгч нөгөөгийнхөө зар руу хүсэлт илгээнэ.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Эзэн зөвшөөрч, хоёр тал гэрээний нөхцөлийг баталгаажуулна.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E745E-C379-4E58-9A11-07BA68CF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93CA8-6057-4A5E-A2C2-F659250D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Түрээс эхлэх ба дуусах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CBD28-52D1-4992-BDC1-1EBAF257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Бараа хүлээлцэх үйлдлийг хоёр талаас баталгаажуулна.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Буцааж өгөх, эзэн хүлээн авах, дуусгах ба үнэлэхийг туршина.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96BBC-B817-4D89-954D-F7F71B5A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578E0-6108-44FB-84D0-53C902C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910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Хоёр талын мэдэгдэл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90D57-30DA-4880-9959-3FBCD65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Алхам бүрд аппын Мэдэгдэл хэсэг, түрээсийн төлөвийг шалгана.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Аппыг ард ажиллуулж push ирсэн эсэх, дарж нээгдэхийг туршина.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01EA7-0FFE-4BEB-8C6E-AFF1006F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Дараа нь дүрээ солино. Мэдэгдэл ирээгүй бол аль алхам, хэнд ирээгүйг бичнэ.</a:t>
            </a:r>
          </a:p>
        </p:txBody>
      </p:sp>
    </p:spTree>
    <p:extLst>
      <p:ext uri="{BB962C8B-B14F-4D97-AF65-F5344CB8AC3E}">
        <p14:creationId xmlns:p14="http://schemas.microsoft.com/office/powerpoint/2010/main" val="1908415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5BD96-9982-4352-A89D-B9044D43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Алдаа ба санал хүсэлт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75BDF-39D2-44AA-8E1C-8FF888E5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Энэ имэйлд хариу бичээд дараах мэдээллийг явуулаарай.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237A9-5E42-48FA-A250-7F781AF6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860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BB5E8-3441-4E5B-B40A-703EBCD7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860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Юу хийх үед гарсан бэ?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B5460-FCA6-47FB-939B-6C0D2E80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813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Дарсан товч, хийсэн алхам, хүлээсэн үр дүнгээ бичнэ.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55D22-BCF2-4914-9346-6473148F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47502-023F-4B90-8E56-9856D7F2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766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35"/>
                </a:solidFill>
                <a:latin typeface="Arial"/>
                <a:ea typeface="Arial"/>
                <a:cs typeface="Arial"/>
              </a:rPr>
              <a:t>Юу харагдсан бэ?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EE70B-28FC-417E-98D1-30DF5EB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719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Алдааны screenshot эсвэл богино бичлэг хавсаргана.</a:t>
            </a:r>
          </a:p>
          <a:p xmlns:a="http://schemas.openxmlformats.org/drawingml/2006/main">
            <a:pPr>
              <a:defRPr sz="1875" b="0">
                <a:solidFill>
                  <a:srgbClr val="251B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B35"/>
                </a:solidFill>
                <a:latin typeface="Arial"/>
                <a:ea typeface="Arial"/>
                <a:cs typeface="Arial"/>
              </a:rPr>
              <a:t>Утасны загвар, Android / iOS хувилбараа бичнэ.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6C678-0347-4828-8658-3DBA292E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409B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09B7"/>
                </a:solidFill>
                <a:latin typeface="Arial"/>
                <a:ea typeface="Arial"/>
                <a:cs typeface="Arial"/>
              </a:rPr>
              <a:t>Нууц үг, DAN баталгаажуулалтын код, хувийн мэдээллээ бүү явуулаарай.</a:t>
            </a:r>
          </a:p>
        </p:txBody>
      </p:sp>
    </p:spTree>
    <p:extLst>
      <p:ext uri="{BB962C8B-B14F-4D97-AF65-F5344CB8AC3E}">
        <p14:creationId xmlns:p14="http://schemas.microsoft.com/office/powerpoint/2010/main" val="1560097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2026-10-10T17:30:31.0350000Z</dcterms:created>
  <dcterms:modified xsi:type="dcterms:W3CDTF">2026-10-10T17:30:31.0350000Z</dcterms:modified>
</coreProperties>
</file>